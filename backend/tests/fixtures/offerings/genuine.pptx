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681FE0-4E37-4142-B7A5-75DA33B670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11AFF5-F36F-474A-8EC8-20ACABD16D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188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LibreOffice/26.2.6.3$Linux_AARCH64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